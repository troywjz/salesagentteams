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3dc37d9326488a" /><Relationship Type="http://schemas.openxmlformats.org/officeDocument/2006/relationships/extended-properties" Target="/docProps/app.xml" Id="Rb1357c618d354d69" /><Relationship Type="http://schemas.openxmlformats.org/officeDocument/2006/relationships/officeDocument" Target="/ppt/presentation.xml" Id="R5384017befe748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f041840bd5478c"/>
    <p:sldMasterId xmlns:r="http://schemas.openxmlformats.org/officeDocument/2006/relationships" id="2147483650" r:id="R2bcb9db1d06d4817"/>
  </p:sldMasterIdLst>
  <p:notesMasterIdLst>
    <p:notesMasterId xmlns:r="http://schemas.openxmlformats.org/officeDocument/2006/relationships" r:id="Rbe8f87abbb3e42dd"/>
  </p:notesMasterIdLst>
  <p:sldIdLst>
    <p:sldId xmlns:r="http://schemas.openxmlformats.org/officeDocument/2006/relationships" id="256" r:id="R72c73922db0c4ce1"/>
    <p:sldId xmlns:r="http://schemas.openxmlformats.org/officeDocument/2006/relationships" id="257" r:id="R987413629ede4a80"/>
    <p:sldId xmlns:r="http://schemas.openxmlformats.org/officeDocument/2006/relationships" id="258" r:id="Ra469023c504c4e96"/>
    <p:sldId xmlns:r="http://schemas.openxmlformats.org/officeDocument/2006/relationships" id="259" r:id="R2753b3afb563423c"/>
    <p:sldId xmlns:r="http://schemas.openxmlformats.org/officeDocument/2006/relationships" id="260" r:id="R4eaea3aba3cc4546"/>
    <p:sldId xmlns:r="http://schemas.openxmlformats.org/officeDocument/2006/relationships" id="261" r:id="R031978561b9d4a62"/>
    <p:sldId xmlns:r="http://schemas.openxmlformats.org/officeDocument/2006/relationships" id="262" r:id="R26400f39ad384c1a"/>
    <p:sldId xmlns:r="http://schemas.openxmlformats.org/officeDocument/2006/relationships" id="263" r:id="R2115650fcf6a450a"/>
    <p:sldId xmlns:r="http://schemas.openxmlformats.org/officeDocument/2006/relationships" id="264" r:id="R9811c0e0a96b48ad"/>
    <p:sldId xmlns:r="http://schemas.openxmlformats.org/officeDocument/2006/relationships" id="265" r:id="Rdc19c1cea8a14504"/>
    <p:sldId xmlns:r="http://schemas.openxmlformats.org/officeDocument/2006/relationships" id="266" r:id="Rad5c03bb60144472"/>
    <p:sldId xmlns:r="http://schemas.openxmlformats.org/officeDocument/2006/relationships" id="267" r:id="R8d3c99f5fd2e4653"/>
    <p:sldId xmlns:r="http://schemas.openxmlformats.org/officeDocument/2006/relationships" id="268" r:id="R6966c2683dd54f3c"/>
    <p:sldId xmlns:r="http://schemas.openxmlformats.org/officeDocument/2006/relationships" id="269" r:id="R32d9ffafdd414816"/>
    <p:sldId xmlns:r="http://schemas.openxmlformats.org/officeDocument/2006/relationships" id="270" r:id="Ra9440020d4c44f2b"/>
    <p:sldId xmlns:r="http://schemas.openxmlformats.org/officeDocument/2006/relationships" id="271" r:id="R919e46293424431d"/>
    <p:sldId xmlns:r="http://schemas.openxmlformats.org/officeDocument/2006/relationships" id="272" r:id="R5df3234f5b094b72"/>
    <p:sldId xmlns:r="http://schemas.openxmlformats.org/officeDocument/2006/relationships" id="273" r:id="R762f53c529a24ec5"/>
    <p:sldId xmlns:r="http://schemas.openxmlformats.org/officeDocument/2006/relationships" id="274" r:id="R3abf175a2d874c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9bf6b4730b4910" /><Relationship Type="http://schemas.openxmlformats.org/officeDocument/2006/relationships/slideMaster" Target="/ppt/slideMasters/slideMaster1.xml" Id="R98f041840bd5478c" /><Relationship Type="http://schemas.openxmlformats.org/officeDocument/2006/relationships/slideMaster" Target="/ppt/slideMasters/slideMaster2.xml" Id="R2bcb9db1d06d4817" /><Relationship Type="http://schemas.openxmlformats.org/officeDocument/2006/relationships/notesMaster" Target="/ppt/notesMasters/notesMaster1.xml" Id="Rbe8f87abbb3e42dd" /><Relationship Type="http://schemas.openxmlformats.org/officeDocument/2006/relationships/presProps" Target="/ppt/presProps.xml" Id="R0aa7e90e195d49ae" /><Relationship Type="http://schemas.openxmlformats.org/officeDocument/2006/relationships/viewProps" Target="/ppt/viewProps.xml" Id="Rc4cb13d132d44106" /><Relationship Type="http://schemas.openxmlformats.org/officeDocument/2006/relationships/tableStyles" Target="/ppt/tableStyles.xml" Id="R81158eefb77c402e" /><Relationship Type="http://schemas.openxmlformats.org/officeDocument/2006/relationships/slide" Target="/ppt/slides/slide1.xml" Id="R72c73922db0c4ce1" /><Relationship Type="http://schemas.openxmlformats.org/officeDocument/2006/relationships/slide" Target="/ppt/slides/slide2.xml" Id="R987413629ede4a80" /><Relationship Type="http://schemas.openxmlformats.org/officeDocument/2006/relationships/slide" Target="/ppt/slides/slide3.xml" Id="Ra469023c504c4e96" /><Relationship Type="http://schemas.openxmlformats.org/officeDocument/2006/relationships/slide" Target="/ppt/slides/slide4.xml" Id="R2753b3afb563423c" /><Relationship Type="http://schemas.openxmlformats.org/officeDocument/2006/relationships/slide" Target="/ppt/slides/slide5.xml" Id="R4eaea3aba3cc4546" /><Relationship Type="http://schemas.openxmlformats.org/officeDocument/2006/relationships/slide" Target="/ppt/slides/slide6.xml" Id="R031978561b9d4a62" /><Relationship Type="http://schemas.openxmlformats.org/officeDocument/2006/relationships/slide" Target="/ppt/slides/slide7.xml" Id="R26400f39ad384c1a" /><Relationship Type="http://schemas.openxmlformats.org/officeDocument/2006/relationships/slide" Target="/ppt/slides/slide8.xml" Id="R2115650fcf6a450a" /><Relationship Type="http://schemas.openxmlformats.org/officeDocument/2006/relationships/slide" Target="/ppt/slides/slide9.xml" Id="R9811c0e0a96b48ad" /><Relationship Type="http://schemas.openxmlformats.org/officeDocument/2006/relationships/slide" Target="/ppt/slides/slide10.xml" Id="Rdc19c1cea8a14504" /><Relationship Type="http://schemas.openxmlformats.org/officeDocument/2006/relationships/slide" Target="/ppt/slides/slide11.xml" Id="Rad5c03bb60144472" /><Relationship Type="http://schemas.openxmlformats.org/officeDocument/2006/relationships/slide" Target="/ppt/slides/slide12.xml" Id="R8d3c99f5fd2e4653" /><Relationship Type="http://schemas.openxmlformats.org/officeDocument/2006/relationships/slide" Target="/ppt/slides/slide13.xml" Id="R6966c2683dd54f3c" /><Relationship Type="http://schemas.openxmlformats.org/officeDocument/2006/relationships/slide" Target="/ppt/slides/slide14.xml" Id="R32d9ffafdd414816" /><Relationship Type="http://schemas.openxmlformats.org/officeDocument/2006/relationships/slide" Target="/ppt/slides/slide15.xml" Id="Ra9440020d4c44f2b" /><Relationship Type="http://schemas.openxmlformats.org/officeDocument/2006/relationships/slide" Target="/ppt/slides/slide16.xml" Id="R919e46293424431d" /><Relationship Type="http://schemas.openxmlformats.org/officeDocument/2006/relationships/slide" Target="/ppt/slides/slide17.xml" Id="R5df3234f5b094b72" /><Relationship Type="http://schemas.openxmlformats.org/officeDocument/2006/relationships/slide" Target="/ppt/slides/slide18.xml" Id="R762f53c529a24ec5" /><Relationship Type="http://schemas.openxmlformats.org/officeDocument/2006/relationships/slide" Target="/ppt/slides/slide19.xml" Id="R3abf175a2d874c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1d8b972627c4c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857646f27c4ad1" /><Relationship Type="http://schemas.openxmlformats.org/officeDocument/2006/relationships/notesMaster" Target="/ppt/notesMasters/notesMaster1.xml" Id="Ra5385e2175f443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5f25d2dbfc420a" /><Relationship Type="http://schemas.openxmlformats.org/officeDocument/2006/relationships/notesMaster" Target="/ppt/notesMasters/notesMaster1.xml" Id="R0e14b61f753742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35864b3a0e4c1e" /><Relationship Type="http://schemas.openxmlformats.org/officeDocument/2006/relationships/notesMaster" Target="/ppt/notesMasters/notesMaster1.xml" Id="R80fee3951b494e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f90f41b0084707" /><Relationship Type="http://schemas.openxmlformats.org/officeDocument/2006/relationships/notesMaster" Target="/ppt/notesMasters/notesMaster1.xml" Id="R08703cc651bb4a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3961b47bac4255" /><Relationship Type="http://schemas.openxmlformats.org/officeDocument/2006/relationships/notesMaster" Target="/ppt/notesMasters/notesMaster1.xml" Id="Rd481c68db04a40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018bcc12e445cb" /><Relationship Type="http://schemas.openxmlformats.org/officeDocument/2006/relationships/notesMaster" Target="/ppt/notesMasters/notesMaster1.xml" Id="Ra40d70baa00145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058b850cb24431" /><Relationship Type="http://schemas.openxmlformats.org/officeDocument/2006/relationships/notesMaster" Target="/ppt/notesMasters/notesMaster1.xml" Id="Re5335450e1154b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de549dd3e74dd7" /><Relationship Type="http://schemas.openxmlformats.org/officeDocument/2006/relationships/notesMaster" Target="/ppt/notesMasters/notesMaster1.xml" Id="R3a1b93a5502a45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f58b9b62bc468c" /><Relationship Type="http://schemas.openxmlformats.org/officeDocument/2006/relationships/notesMaster" Target="/ppt/notesMasters/notesMaster1.xml" Id="Reea2d03277d540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47dc82afca401d" /><Relationship Type="http://schemas.openxmlformats.org/officeDocument/2006/relationships/notesMaster" Target="/ppt/notesMasters/notesMaster1.xml" Id="R7d8d5c9b5c6e4e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de7bc6f5704f08" /><Relationship Type="http://schemas.openxmlformats.org/officeDocument/2006/relationships/notesMaster" Target="/ppt/notesMasters/notesMaster1.xml" Id="R1acd892a5dc347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14d06ac36245a8" /><Relationship Type="http://schemas.openxmlformats.org/officeDocument/2006/relationships/notesMaster" Target="/ppt/notesMasters/notesMaster1.xml" Id="Ra31a3a6ba6094d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f64edecbff49fc" /><Relationship Type="http://schemas.openxmlformats.org/officeDocument/2006/relationships/notesMaster" Target="/ppt/notesMasters/notesMaster1.xml" Id="R209162b02dac4f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837ddee9594d56" /><Relationship Type="http://schemas.openxmlformats.org/officeDocument/2006/relationships/notesMaster" Target="/ppt/notesMasters/notesMaster1.xml" Id="R2632f481a1284f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b874dc479449c0" /><Relationship Type="http://schemas.openxmlformats.org/officeDocument/2006/relationships/notesMaster" Target="/ppt/notesMasters/notesMaster1.xml" Id="R6e0aaabaeb0a46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5fffa4d1e14498" /><Relationship Type="http://schemas.openxmlformats.org/officeDocument/2006/relationships/notesMaster" Target="/ppt/notesMasters/notesMaster1.xml" Id="R4fd4919191cc46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598c9fb463459a" /><Relationship Type="http://schemas.openxmlformats.org/officeDocument/2006/relationships/notesMaster" Target="/ppt/notesMasters/notesMaster1.xml" Id="Re1d2145cb8ef42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705c09b9d4a40d4" /><Relationship Type="http://schemas.openxmlformats.org/officeDocument/2006/relationships/notesMaster" Target="/ppt/notesMasters/notesMaster1.xml" Id="R184a760f8a8f4a8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85b5405d6f48ea" /><Relationship Type="http://schemas.openxmlformats.org/officeDocument/2006/relationships/notesMaster" Target="/ppt/notesMasters/notesMaster1.xml" Id="Rf3d5d12811ce46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GOAI 参赛模板：D:/code/GOAI/比赛资料/GOAI参赛作品提交模板.pptx</a:t>
            </a:r>
            <a:endParaRPr/>
          </a:p>
          <a:p xmlns:a="http://schemas.openxmlformats.org/drawingml/2006/main">
            <a:r>
              <a:t>- 项目 README：SalesAgentTeams/README.md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submission/preliminary/作品简介_500字.md</a:t>
            </a:r>
            <a:endParaRPr/>
          </a:p>
          <a:p xmlns:a="http://schemas.openxmlformats.org/drawingml/2006/main">
            <a:r>
              <a:t>- app/agents/ 与 app/graph/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submission/preliminary/方案说明.md</a:t>
            </a:r>
            <a:endParaRPr/>
          </a:p>
          <a:p xmlns:a="http://schemas.openxmlformats.org/drawingml/2006/main">
            <a:r>
              <a:t>- submission/preliminary/运行证据清单.md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GOAI Agent Infra 赛道说明：https://www.goaihz.com/tracks?track=infra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submission/preliminary/方案说明.md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docs/ARCHITECTURE.md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docs/ARCHITECTURE.md</a:t>
            </a:r>
            <a:endParaRPr/>
          </a:p>
          <a:p xmlns:a="http://schemas.openxmlformats.org/drawingml/2006/main">
            <a:r>
              <a:t>- app/graph/state.py</a:t>
            </a:r>
            <a:endParaRPr/>
          </a:p>
          <a:p xmlns:a="http://schemas.openxmlformats.org/drawingml/2006/main">
            <a:r>
              <a:t>- agentteams/local_runner.py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AgentTeams 官方架构：https://github.com/agentscope-ai/AgentTeams/blob/main/docs/k8s-native-agent-orch.md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agentteams/local_runner.py</a:t>
            </a:r>
            <a:endParaRPr/>
          </a:p>
          <a:p xmlns:a="http://schemas.openxmlformats.org/drawingml/2006/main">
            <a:r>
              <a:t>- sales_agent_teams/contracts.py</a:t>
            </a:r>
            <a:endParaRPr/>
          </a:p>
          <a:p xmlns:a="http://schemas.openxmlformats.org/drawingml/2006/main">
            <a:r>
              <a:t>- submission/preliminary/运行证据清单.md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AgentTeams Skill 约定：https://github.com/agentscope-ai/AgentTeams/blob/main/docs/development.md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agentteams/workers/*/skills/*/SKILL.md</a:t>
            </a:r>
            <a:endParaRPr/>
          </a:p>
          <a:p xmlns:a="http://schemas.openxmlformats.org/drawingml/2006/main">
            <a:r>
              <a:t>- submission/preliminary/方案说明.md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submission/preliminary/开源声明.md</a:t>
            </a:r>
            <a:endParaRPr/>
          </a:p>
          <a:p xmlns:a="http://schemas.openxmlformats.org/drawingml/2006/main">
            <a:r>
              <a:t>- docs/OPEN_SOURCE_CHECKLIST.md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mcp_servers/evaluation_insights.py</a:t>
            </a:r>
            <a:endParaRPr/>
          </a:p>
          <a:p xmlns:a="http://schemas.openxmlformats.org/drawingml/2006/main">
            <a:r>
              <a:t>- sales_agent_teams/evaluation_service.py</a:t>
            </a:r>
            <a:endParaRPr/>
          </a:p>
          <a:p xmlns:a="http://schemas.openxmlformats.org/drawingml/2006/main">
            <a:r>
              <a:t>- evaluation/core/scoring.py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submission/preliminary/开源声明.md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README.md</a:t>
            </a:r>
            <a:endParaRPr/>
          </a:p>
          <a:p xmlns:a="http://schemas.openxmlformats.org/drawingml/2006/main">
            <a:r>
              <a:t>- docs/OPEN_SOURCE_CHECKLIST.md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submission/preliminary/运行证据清单.md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pytest 运行结果</a:t>
            </a:r>
            <a:endParaRPr/>
          </a:p>
          <a:p xmlns:a="http://schemas.openxmlformats.org/drawingml/2006/main">
            <a:r>
              <a:t>- scripts/check_open_source.py</a:t>
            </a:r>
            <a:endParaRPr/>
          </a:p>
          <a:p xmlns:a="http://schemas.openxmlformats.org/drawingml/2006/main">
            <a:r>
              <a:t>- deployment/agentteams/sales-agent-teams.yaml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submission/preliminary/开源声明.md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submission/preliminary/开源声明.md</a:t>
            </a:r>
          </a:p>
          <a:p xmlns:a="http://schemas.openxmlformats.org/drawingml/2006/main">
            <a:r>
              <a:t>- GitHub：https://github.com/troywjz/SalesAgentTeams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08bcf735446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230c0db2514a6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b666b3bce94f74" /><Relationship Type="http://schemas.openxmlformats.org/officeDocument/2006/relationships/slideLayout" Target="/ppt/slideLayouts/slideLayout1.xml" Id="R5506d44120664cb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bd77b30ea2046c0" /><Relationship Type="http://schemas.openxmlformats.org/officeDocument/2006/relationships/slideLayout" Target="/ppt/slideLayouts/slideLayout2.xml" Id="R0e5fe17712eb404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06d44120664cb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0e5fe17712eb404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fc57d7369454b" /><Relationship Type="http://schemas.openxmlformats.org/officeDocument/2006/relationships/notesSlide" Target="/ppt/notesSlides/notesSlide1.xml" Id="Rfcfff80a583548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5dbaa941f4c8e" /><Relationship Type="http://schemas.openxmlformats.org/officeDocument/2006/relationships/notesSlide" Target="/ppt/notesSlides/notesSlide2.xml" Id="R1cfcc167bf524e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080a3ba1e2472f" /><Relationship Type="http://schemas.openxmlformats.org/officeDocument/2006/relationships/notesSlide" Target="/ppt/notesSlides/notesSlide3.xml" Id="R80bca755678340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854b63e2246d0" /><Relationship Type="http://schemas.openxmlformats.org/officeDocument/2006/relationships/notesSlide" Target="/ppt/notesSlides/notesSlide4.xml" Id="R32c4984bd63548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3c75c207b4f07" /><Relationship Type="http://schemas.openxmlformats.org/officeDocument/2006/relationships/image" Target="/ppt/media/image.png" Id="R9b2da65c7ca1400a" /><Relationship Type="http://schemas.openxmlformats.org/officeDocument/2006/relationships/image" Target="/ppt/media/image.svg" Id="R1cc8e470acaf42fa" /><Relationship Type="http://schemas.openxmlformats.org/officeDocument/2006/relationships/image" Target="/ppt/media/image2.png" Id="R3d53637a30f1402d" /><Relationship Type="http://schemas.openxmlformats.org/officeDocument/2006/relationships/image" Target="/ppt/media/image2.svg" Id="R7dea38424980400e" /><Relationship Type="http://schemas.openxmlformats.org/officeDocument/2006/relationships/notesSlide" Target="/ppt/notesSlides/notesSlide5.xml" Id="R8ce0ffe9df504c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dcb740950d4a35" /><Relationship Type="http://schemas.openxmlformats.org/officeDocument/2006/relationships/notesSlide" Target="/ppt/notesSlides/notesSlide6.xml" Id="R0040b32e4e0e41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d97ea5fe84f35" /><Relationship Type="http://schemas.openxmlformats.org/officeDocument/2006/relationships/image" Target="/ppt/media/image3.png" Id="Rec8afbaa00d04cf8" /><Relationship Type="http://schemas.openxmlformats.org/officeDocument/2006/relationships/image" Target="/ppt/media/image3.svg" Id="Rf8ca76ac933d438b" /><Relationship Type="http://schemas.openxmlformats.org/officeDocument/2006/relationships/notesSlide" Target="/ppt/notesSlides/notesSlide7.xml" Id="R1f4b9ed0a9e843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2e8c5cee0c487e" /><Relationship Type="http://schemas.openxmlformats.org/officeDocument/2006/relationships/notesSlide" Target="/ppt/notesSlides/notesSlide8.xml" Id="R7bb737ec2bf142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08d1398d7411a" /><Relationship Type="http://schemas.openxmlformats.org/officeDocument/2006/relationships/image" Target="/ppt/media/image4.png" Id="R23132e05226e4b80" /><Relationship Type="http://schemas.openxmlformats.org/officeDocument/2006/relationships/image" Target="/ppt/media/image4.svg" Id="R7cfc52e185514746" /><Relationship Type="http://schemas.openxmlformats.org/officeDocument/2006/relationships/image" Target="/ppt/media/image5.png" Id="Ra0831cd0ac444fba" /><Relationship Type="http://schemas.openxmlformats.org/officeDocument/2006/relationships/image" Target="/ppt/media/image5.svg" Id="R2e403038d0754a8d" /><Relationship Type="http://schemas.openxmlformats.org/officeDocument/2006/relationships/notesSlide" Target="/ppt/notesSlides/notesSlide9.xml" Id="R36678a6cf82c42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f4c2ff377e4187" /><Relationship Type="http://schemas.openxmlformats.org/officeDocument/2006/relationships/notesSlide" Target="/ppt/notesSlides/notesSlide10.xml" Id="R0be9fa466ef04f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a054af7824bc8" /><Relationship Type="http://schemas.openxmlformats.org/officeDocument/2006/relationships/image" Target="/ppt/media/image6.png" Id="R35f922957472468b" /><Relationship Type="http://schemas.openxmlformats.org/officeDocument/2006/relationships/image" Target="/ppt/media/image6.svg" Id="R52f01ea417fb4268" /><Relationship Type="http://schemas.openxmlformats.org/officeDocument/2006/relationships/notesSlide" Target="/ppt/notesSlides/notesSlide11.xml" Id="R35b15012d1ad4e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f2abf10fe744f0" /><Relationship Type="http://schemas.openxmlformats.org/officeDocument/2006/relationships/notesSlide" Target="/ppt/notesSlides/notesSlide12.xml" Id="Rb0150dbe1f9148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4a35f3e4049c4" /><Relationship Type="http://schemas.openxmlformats.org/officeDocument/2006/relationships/image" Target="/ppt/media/image7.png" Id="R23dacd1510614044" /><Relationship Type="http://schemas.openxmlformats.org/officeDocument/2006/relationships/image" Target="/ppt/media/image7.svg" Id="R5d5edb4f38a34d59" /><Relationship Type="http://schemas.openxmlformats.org/officeDocument/2006/relationships/image" Target="/ppt/media/image8.png" Id="R6b6d2fb2482746e5" /><Relationship Type="http://schemas.openxmlformats.org/officeDocument/2006/relationships/image" Target="/ppt/media/image8.svg" Id="R7424960df0dd4ada" /><Relationship Type="http://schemas.openxmlformats.org/officeDocument/2006/relationships/image" Target="/ppt/media/image9.png" Id="Rde454f0d6f68469e" /><Relationship Type="http://schemas.openxmlformats.org/officeDocument/2006/relationships/image" Target="/ppt/media/image9.svg" Id="R7880d3bcf8504fc2" /><Relationship Type="http://schemas.openxmlformats.org/officeDocument/2006/relationships/image" Target="/ppt/media/image10.png" Id="R12d00425a12940e6" /><Relationship Type="http://schemas.openxmlformats.org/officeDocument/2006/relationships/image" Target="/ppt/media/image10.svg" Id="R4503f9f875524467" /><Relationship Type="http://schemas.openxmlformats.org/officeDocument/2006/relationships/image" Target="/ppt/media/image11.png" Id="R21c6e241431d47d6" /><Relationship Type="http://schemas.openxmlformats.org/officeDocument/2006/relationships/image" Target="/ppt/media/image11.svg" Id="R6a4555fef7e8403f" /><Relationship Type="http://schemas.openxmlformats.org/officeDocument/2006/relationships/notesSlide" Target="/ppt/notesSlides/notesSlide13.xml" Id="Raa3111272b454c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97ad6e297042ad" /><Relationship Type="http://schemas.openxmlformats.org/officeDocument/2006/relationships/notesSlide" Target="/ppt/notesSlides/notesSlide14.xml" Id="R2d23020aa70e49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4e5d38b4a4859" /><Relationship Type="http://schemas.openxmlformats.org/officeDocument/2006/relationships/image" Target="/ppt/media/image12.png" Id="R3180ce9584c84cfd" /><Relationship Type="http://schemas.openxmlformats.org/officeDocument/2006/relationships/image" Target="/ppt/media/image12.svg" Id="Rf43896b779b44024" /><Relationship Type="http://schemas.openxmlformats.org/officeDocument/2006/relationships/notesSlide" Target="/ppt/notesSlides/notesSlide15.xml" Id="Refc2e99b22434e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d4dbed91c946cb" /><Relationship Type="http://schemas.openxmlformats.org/officeDocument/2006/relationships/notesSlide" Target="/ppt/notesSlides/notesSlide16.xml" Id="Ref701083ae9048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6729fa103430d" /><Relationship Type="http://schemas.openxmlformats.org/officeDocument/2006/relationships/image" Target="/ppt/media/image13.png" Id="R66b1a258eb3b4abe" /><Relationship Type="http://schemas.openxmlformats.org/officeDocument/2006/relationships/image" Target="/ppt/media/image13.svg" Id="Rfa7c5affaae7433b" /><Relationship Type="http://schemas.openxmlformats.org/officeDocument/2006/relationships/image" Target="/ppt/media/image14.png" Id="Ra595cb393c4043fa" /><Relationship Type="http://schemas.openxmlformats.org/officeDocument/2006/relationships/image" Target="/ppt/media/image14.svg" Id="Rda6d62df960f4edf" /><Relationship Type="http://schemas.openxmlformats.org/officeDocument/2006/relationships/image" Target="/ppt/media/image15.png" Id="R47d3f9d1bd3f4347" /><Relationship Type="http://schemas.openxmlformats.org/officeDocument/2006/relationships/image" Target="/ppt/media/image15.svg" Id="Rd85660fa8cde4d73" /><Relationship Type="http://schemas.openxmlformats.org/officeDocument/2006/relationships/notesSlide" Target="/ppt/notesSlides/notesSlide17.xml" Id="R540ef0c771a2410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a2566a9684aac" /><Relationship Type="http://schemas.openxmlformats.org/officeDocument/2006/relationships/notesSlide" Target="/ppt/notesSlides/notesSlide18.xml" Id="R6084cf09bc054a3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95a0b761144aa" /><Relationship Type="http://schemas.openxmlformats.org/officeDocument/2006/relationships/notesSlide" Target="/ppt/notesSlides/notesSlide19.xml" Id="R2c98d6895a5947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F235185-9EC8-4E24-ACCC-251C0E97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A1F9437-A082-4268-BA46-A27AE556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B5417B0-AAE9-4895-84C7-CA462A4E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374B855-D038-4D49-9737-C8E3C8C3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GOAI世界人工智能开源大赛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4FEB843-6D4C-4B07-A9A5-1DC81CB7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SalesAgentTeams</a:t>
            </a:r>
            <a:endParaRPr sz="4600"/>
          </a:p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企业销售多智能体协同系统</a:t>
            </a:r>
            <a:endParaRPr sz="4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5142F45-5BC8-4B49-9D6F-ECC8AA11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troywjz｜个人开发者</a:t>
            </a:r>
            <a:endParaRPr sz="1100"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9024265-ED5F-42F5-A5B3-7F904F7A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26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Agent Infra 初赛 · 六 Worker + Skill + MCP</a:t>
            </a:r>
            <a:endParaRPr sz="1500" b="1" kern="0" spc="200">
              <a:solidFill>
                <a:srgbClr val="FF6B3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968088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882923-C89D-4533-85A7-D7D280B9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一页纸速览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1C91F18-60B0-44A7-B53F-8953E08E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作品简介</a:t>
            </a:r>
            <a:endParaRPr sz="29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5A94354-9481-40CD-A3D5-C1E86029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5EA1E05-4DAA-46C7-847C-1F551677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D72E550-734A-43E2-AFC7-E067D26A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项目名称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E1A1E7E-5B34-4293-A88C-6AE4C309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≤ 20 字。一句话说清「为谁、解决什么」。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2B0FE79-4A73-4C31-885E-8FE35211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SalesAgentTeams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B013B2D-8A64-40D6-8699-850E5A71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7C59F1-7F00-4E5E-9A3D-82432FB2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A2E4866-B58A-41E2-9403-807CA10E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问题与场景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939739A-7C42-46D3-9CAC-9FAA6800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目标用户是谁、在什么场景、现实痛点是什么。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6E42805-4F68-4370-8FAC-43A7AA24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企业销售咨询中的多 Agent 协作与风险控制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2D8C4C8-CDB7-44F6-9A51-5DBF9906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00152F3-3E5E-4BEE-B9D8-823169A5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9E37403-7802-4521-A830-F1786335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核心解决方案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CF7609A-DFEA-4C08-A905-038FFDB1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一句话讲清整体思路：用多 Agent + Skill 怎么解。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C1FF5A2-CB81-443D-A221-84D6FF0F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六 Worker + LangGraph + MCP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48A3889-B8A4-4B4B-B076-905E8C1D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187C03E-E744-4C5D-97F4-1D0D3B8B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57A9E56-2266-40B2-9472-2B77DEE4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创新点与差异化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E37A771-4142-419A-A3A7-695EC21D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对比现有做法，你独特/更优在哪。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9D64D82-9E66-4639-B008-6EBF2CC1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六角色分工，统一状态与证据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02D4810-CBE0-4458-B220-40FDCFA2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2E8CFE2-DE0D-435B-A28A-C75275F3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C1329F5-48C0-404D-BEE9-EC5AAF26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复用价值</a:t>
            </a:r>
            <a:endParaRPr sz="15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014E53-D3AD-4B02-B1C5-6D8E7717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可复用成果、能迁移到哪些场景。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C33B5D6-F709-46F1-ABA3-137A1B05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可迁移到客服、售前、客户成功</a:t>
            </a:r>
            <a:endParaRPr sz="10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B9E5076-8908-493A-977E-1D8C5285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B4C5EC6-1B50-4317-8A4F-25553425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04D075E-4D4B-4A6F-8A3D-DF766D6A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当前进展</a:t>
            </a:r>
            <a:endParaRPr sz="15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DB14EAE-D9B1-419A-B545-255D265F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做到了什么程度、有无可运行成果。</a:t>
            </a:r>
            <a:endParaRPr sz="11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5715A3C-1D73-4637-BFD0-2F698120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本地链路、MCP 与 Worker 包已可运行</a:t>
            </a:r>
            <a:endParaRPr sz="10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C9DFB51-09E2-4C2E-9C08-56E94AE5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24769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5EE4FCD-8652-4F20-81EB-295CAFF2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137160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30F5DDC-0C64-450C-9D1B-F93195D6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0" y="475488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9854268-1A69-4FF1-BD1F-620B167E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30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0966F20-7D4C-4DCB-9A92-ECF779A7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C05C8FB-A6E6-4BD7-B51D-404340B9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9299865-C0E9-47FB-AB8C-FC8D3E46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1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0ED630A-0D8C-4C04-8B53-2DA39ED7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场景与价值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0587E65-96D3-464F-919F-F87F2B09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CAA053A-1E27-4A27-A409-3ADF3C13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76873F1-0F80-431C-B0B0-C0BD234E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5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2F07B9F-E058-46C3-8B2C-FE3A08B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工程落地、运行验证与安全可审计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F0ADF4F-0DFC-4576-B0EB-1D354559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0772B4E-4B49-4C11-BAB1-AD7D9BC2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50FAA94-A61D-4FA0-93C3-BD196CCB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2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7296FE5-E6C8-4A3B-99B9-0351A0B2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方案总览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A69AA58-220C-453A-B9CC-73C14442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C397D43-F179-4014-BDDE-21ABD005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0C18872-A5FF-4E5F-A88E-789403DD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6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3469153-A5BF-423D-8A49-C4741CB2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开放 / 开源计划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6350235-425C-44D6-AFDA-E39190E5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bg1"/>
              </a:solidFill>
            </a:endParaRP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92D6FC9-1AF5-47DE-9719-95D0E9C8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D56ED43-DBD4-4B91-BDBA-F886D872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3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7B132EE-78B2-4365-904A-1A2C99A2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多 Agent 协同设计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4E45D43-2147-4CB0-A6F7-57A9B4C8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17E45485-AE91-451C-85EE-40E6A406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5A1BBF6-5887-4BBB-AEA2-DE8228FD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7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A7EF7B8-5CB2-4C95-AE85-7C0B799E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落地计划与进展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17F2E54-E5F9-469B-B7ED-CDA3E0F8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DB75713C-F0BB-4579-8458-E364343D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CF0B1E7E-5932-43BF-8F5B-CE994134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4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DEC0DA7-EB39-4106-8FB3-506662B3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Skills 工具体系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FB3D760-923E-46C4-B179-BFE40EE6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49D78884-0678-44D4-8102-ABE80670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926BE2B-523B-4833-9445-6BBE97D1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8</a:t>
            </a:r>
            <a:endParaRPr sz="13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E84A966-5156-4E9E-9167-306862CB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运行演示与证据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84106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0D7A67-3D45-45F5-90D2-7943CC6E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776987-E20D-4BE5-8912-D0440993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场景与价值</a:t>
            </a:r>
            <a:endParaRPr sz="2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91AFE85-2980-4266-97F6-2D44404D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375" y="363855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94DBE62-2C55-42FF-B3ED-9FB4B6D3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455295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EE54DA-0D8E-4F62-8138-3CB49176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674751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场景价值与行业可复制性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5A6AF97-7DF0-4250-B387-F5E4B7A7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14F6EC6-E5B9-4178-9413-162F7F23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E7491DF-E8A3-4C4E-898F-261BD79F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82097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DBCCBBD-D814-4163-9181-6B0094DB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797B57F-D574-47C7-91C8-101103E1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场景与价值</a:t>
            </a:r>
            <a:endParaRPr sz="2900"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1128854-0ABF-469C-9C92-BC9BD1E9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销售咨询需要同时判断意图、阶段、知识、回复策略和风险。系统把职责拆开，让每一步都有输入、输出和证据。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da65c7ca1400a">
            <a:extLst>
              <a:ext uri="{96DAC541-7B7A-43D3-8B79-37D633B846F1}">
                <asvg:svgBlip xmlns:asvg="http://schemas.microsoft.com/office/drawing/2016/SVG/main" r:embed="R1cc8e470acaf42f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360" y="2390775"/>
            <a:ext cx="5560060" cy="3127375"/>
          </a:xfrm>
          <a:prstGeom xmlns:a="http://schemas.openxmlformats.org/drawingml/2006/main" prst="rect">
            <a:avLst/>
          </a:prstGeom>
        </p:spPr>
      </p:pic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B83B77D5-2DDD-4F3A-9F3A-4BBE922F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15" y="5574030"/>
            <a:ext cx="406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客户咨询 → 结构化判断 → 可推进回复 → 安全审核</a:t>
            </a:r>
            <a:endParaRPr/>
          </a:p>
        </p:txBody>
      </p:sp>
      <p:pic>
        <p:nvPicPr>
          <p:cNvPr id="15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3637a30f1402d">
            <a:extLst>
              <a:ext uri="{96DAC541-7B7A-43D3-8B79-37D633B846F1}">
                <asvg:svgBlip xmlns:asvg="http://schemas.microsoft.com/office/drawing/2016/SVG/main" r:embed="R7dea38424980400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2505" y="2390775"/>
            <a:ext cx="5485765" cy="31013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8260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5A6E6F-03AE-4922-B0BD-5F595ACC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二</a:t>
            </a: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82E710-9C7E-4603-AF5E-48901CA8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  <a:endParaRPr sz="2900" b="1">
              <a:solidFill>
                <a:srgbClr val="1B1F3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A0193C7-D47F-460D-A208-8D146E3B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092063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80F5B3A-50EA-44E6-B633-4D57C57C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承上启下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09B4A1A-54E9-49EC-8F63-4D442B89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  <a:endParaRPr sz="29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8E631B1-78C0-4489-B6DD-29CBEEF0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0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E832AEDF-7F78-4DF8-A93C-7113EA33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保留 LangGraph 业务内核，通过适配层接入 AgentTeams；六个业务 Agent 一一对应六个 Worker。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4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afbaa00d04cf8">
            <a:extLst>
              <a:ext uri="{96DAC541-7B7A-43D3-8B79-37D633B846F1}">
                <asvg:svgBlip xmlns:asvg="http://schemas.microsoft.com/office/drawing/2016/SVG/main" r:embed="Rf8ca76ac933d438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77415" y="1801495"/>
            <a:ext cx="7837805" cy="44183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494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8573C4A-8340-44D1-8FA8-B1AE4283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/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31953C1D-EE34-4702-8B1A-874F2DD9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2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  <a:endParaRPr sz="1200"/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36FE431F-16BB-44AF-93F7-D5AC4EE2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15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协同设计</a:t>
            </a:r>
            <a:endParaRPr sz="2900"/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105DA698-1F2D-4578-A08B-D80053CD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FAAADF6B-7B72-4A35-8588-92B65D78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A4642102-7B7D-421D-9A8C-7BDD491B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协同与自主闭环能力</a:t>
            </a:r>
            <a:endParaRPr sz="1250"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3CEFFE93-166F-4072-AE24-F49F7D35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7AB93065-6670-47FC-9FFC-3E76F1AF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906469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86937CD-7165-4B02-878A-6ADCAFFF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5B7ABF-E1F2-4106-A616-99C4D5A2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协同设计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443FE40-C634-4691-84F8-4B456E6D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Manager → Team Leader → Worker。上下文通过 task_id / turn_id / state 传递，高风险节点可暂停并转人工。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32e05226e4b80">
            <a:extLst>
              <a:ext uri="{96DAC541-7B7A-43D3-8B79-37D633B846F1}">
                <asvg:svgBlip xmlns:asvg="http://schemas.microsoft.com/office/drawing/2016/SVG/main" r:embed="R7cfc52e18551474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780" y="2304415"/>
            <a:ext cx="5283200" cy="2964180"/>
          </a:xfrm>
          <a:prstGeom xmlns:a="http://schemas.openxmlformats.org/drawingml/2006/main" prst="rect">
            <a:avLst/>
          </a:prstGeom>
        </p:spPr>
      </p:pic>
      <p:pic>
        <p:nvPicPr>
          <p:cNvPr id="45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31cd0ac444fba">
            <a:extLst>
              <a:ext uri="{96DAC541-7B7A-43D3-8B79-37D633B846F1}">
                <asvg:svgBlip xmlns:asvg="http://schemas.microsoft.com/office/drawing/2016/SVG/main" r:embed="R2e403038d0754a8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9370" y="2304415"/>
            <a:ext cx="5285740" cy="2964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3723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BAB5EF0-DDF2-4F35-A9FB-B1E4A880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E2D23B-657F-4CD0-AD29-FBD29B68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86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F592BF-4EE1-4943-B9DB-D9A6FFAF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218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</a:t>
            </a:r>
            <a:endParaRPr sz="2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D30623E-746C-4D85-A875-D5A2DD58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2" name="Text 3">
            <a:extLst xmlns:a="http://schemas.openxmlformats.org/drawingml/2006/main">
              <a:ext uri="{FF2B5EF4-FFF2-40B4-BE49-F238E27FC236}">
                <a16:creationId xmlns:a16="http://schemas.microsoft.com/office/drawing/2014/main" id="{41B9E504-8710-48DE-8489-47257961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13" name="Text 4">
            <a:extLst xmlns:a="http://schemas.openxmlformats.org/drawingml/2006/main">
              <a:ext uri="{FF2B5EF4-FFF2-40B4-BE49-F238E27FC236}">
                <a16:creationId xmlns:a16="http://schemas.microsoft.com/office/drawing/2014/main" id="{9390E715-1280-4BAF-9DE5-DB518723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SKILL.md 是每个 Worker 的必选运行契约</a:t>
            </a:r>
            <a:endParaRPr sz="1250"/>
          </a:p>
        </p:txBody>
      </p:sp>
      <p:sp>
        <p:nvSpPr>
          <p:cNvPr id="14" name="Shape 5">
            <a:extLst xmlns:a="http://schemas.openxmlformats.org/drawingml/2006/main">
              <a:ext uri="{FF2B5EF4-FFF2-40B4-BE49-F238E27FC236}">
                <a16:creationId xmlns:a16="http://schemas.microsoft.com/office/drawing/2014/main" id="{D89CFFA1-D678-4241-8D75-3F931251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5" name="Text 6">
            <a:extLst xmlns:a="http://schemas.openxmlformats.org/drawingml/2006/main">
              <a:ext uri="{FF2B5EF4-FFF2-40B4-BE49-F238E27FC236}">
                <a16:creationId xmlns:a16="http://schemas.microsoft.com/office/drawing/2014/main" id="{B1195C99-B06E-406D-9C9E-E837A4E2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424282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6BE237E-C8B8-4E23-BF3B-C68F1180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本赛题必选项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E297C05-6A74-45D5-821D-5D67DE30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</a:t>
            </a:r>
            <a:endParaRPr sz="2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726D201-5172-4D2C-8459-6C4683B8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335BC9E-F3A9-4A54-8012-912A1BC0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A54109E-94CE-47AF-AC1E-E1ECFA9A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六个业务 Skill + 公共 evidence-handoff。每个 Skill 明确版本、输入输出、触发条件、依赖、权限、失败处理、验证和复用边界。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5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922957472468b">
            <a:extLst>
              <a:ext uri="{96DAC541-7B7A-43D3-8B79-37D633B846F1}">
                <asvg:svgBlip xmlns:asvg="http://schemas.microsoft.com/office/drawing/2016/SVG/main" r:embed="R52f01ea417fb426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25165" y="2377440"/>
            <a:ext cx="5741670" cy="3235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33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E934549-AE62-49D5-8A8E-68ED3809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/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AB344959-382A-4E1E-B47F-2C023AAF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199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  <a:endParaRPr sz="1200"/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3410EB14-9574-46A2-AA1D-101C9384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31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工程落地、运行验证与安全可审计</a:t>
            </a:r>
            <a:endParaRPr sz="2900"/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8B9F3037-0639-4BEC-8E5A-6553A9A9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A4498E82-B4DB-437A-B6E8-421F8259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8B21C923-DF90-4B47-B278-09CA34E8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代码可运行，证据可复现，风险可追溯</a:t>
            </a:r>
            <a:endParaRPr sz="1250"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A5276683-290A-4659-ACD3-24035752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57E19905-D7C8-4923-9223-08100BD4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3776955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E9D2E57-DD0D-45E7-8D21-AC036F27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B90F193-0E69-478A-AE2F-0CA03C43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工程落地、运行验证与安全可审计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DC6C826-5649-4825-879E-BB7810F1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本地 Python 模式已验证；评估 MCP 输出 CSV、报告和 3D HTML；正式分数仅来自授权数据与人工盲评。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7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acd1510614044">
            <a:extLst>
              <a:ext uri="{96DAC541-7B7A-43D3-8B79-37D633B846F1}">
                <asvg:svgBlip xmlns:asvg="http://schemas.microsoft.com/office/drawing/2016/SVG/main" r:embed="R5d5edb4f38a34d5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08200" y="1988820"/>
            <a:ext cx="3830087" cy="2160000"/>
          </a:xfrm>
          <a:prstGeom xmlns:a="http://schemas.openxmlformats.org/drawingml/2006/main" prst="rect">
            <a:avLst/>
          </a:prstGeom>
        </p:spPr>
      </p:pic>
      <p:pic>
        <p:nvPicPr>
          <p:cNvPr id="48" name="图片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d2fb2482746e5">
            <a:extLst>
              <a:ext uri="{96DAC541-7B7A-43D3-8B79-37D633B846F1}">
                <asvg:svgBlip xmlns:asvg="http://schemas.microsoft.com/office/drawing/2016/SVG/main" r:embed="R7424960df0dd4ad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5535" y="1996440"/>
            <a:ext cx="3837275" cy="2160000"/>
          </a:xfrm>
          <a:prstGeom xmlns:a="http://schemas.openxmlformats.org/drawingml/2006/main" prst="rect">
            <a:avLst/>
          </a:prstGeom>
        </p:spPr>
      </p:pic>
      <p:pic>
        <p:nvPicPr>
          <p:cNvPr id="49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54f0d6f68469e">
            <a:extLst>
              <a:ext uri="{96DAC541-7B7A-43D3-8B79-37D633B846F1}">
                <asvg:svgBlip xmlns:asvg="http://schemas.microsoft.com/office/drawing/2016/SVG/main" r:embed="R7880d3bcf8504fc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08200" y="4288155"/>
            <a:ext cx="3838315" cy="2160000"/>
          </a:xfrm>
          <a:prstGeom xmlns:a="http://schemas.openxmlformats.org/drawingml/2006/main" prst="rect">
            <a:avLst/>
          </a:prstGeom>
        </p:spPr>
      </p:pic>
      <p:pic>
        <p:nvPicPr>
          <p:cNvPr id="50" name="图片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00425a12940e6">
            <a:extLst>
              <a:ext uri="{96DAC541-7B7A-43D3-8B79-37D633B846F1}">
                <asvg:svgBlip xmlns:asvg="http://schemas.microsoft.com/office/drawing/2016/SVG/main" r:embed="R4503f9f87552446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5535" y="4303395"/>
            <a:ext cx="3831800" cy="21600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6e241431d47d6">
            <a:extLst>
              <a:ext uri="{96DAC541-7B7A-43D3-8B79-37D633B846F1}">
                <asvg:svgBlip xmlns:asvg="http://schemas.microsoft.com/office/drawing/2016/SVG/main" r:embed="R6a4555fef7e840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6750" y="2238375"/>
            <a:ext cx="10858500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814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C9331C7-2A9B-4817-A585-3F7FC038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32E208B-8931-43FA-949D-DBD5D432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8373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6B7531-1EEF-4A15-93F4-3190D3DA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5805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开源计划</a:t>
            </a:r>
            <a:endParaRPr sz="2900"/>
          </a:p>
        </p:txBody>
      </p:sp>
      <p:sp>
        <p:nvSpPr>
          <p:cNvPr id="16" name="Shape 2">
            <a:extLst xmlns:a="http://schemas.openxmlformats.org/drawingml/2006/main">
              <a:ext uri="{FF2B5EF4-FFF2-40B4-BE49-F238E27FC236}">
                <a16:creationId xmlns:a16="http://schemas.microsoft.com/office/drawing/2014/main" id="{35E23781-D282-45D9-B7E9-A7A88504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7" name="Text 3">
            <a:extLst xmlns:a="http://schemas.openxmlformats.org/drawingml/2006/main">
              <a:ext uri="{FF2B5EF4-FFF2-40B4-BE49-F238E27FC236}">
                <a16:creationId xmlns:a16="http://schemas.microsoft.com/office/drawing/2014/main" id="{5D49FF82-8AFC-45FD-A5F7-4BA69D5B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18" name="Text 4">
            <a:extLst xmlns:a="http://schemas.openxmlformats.org/drawingml/2006/main">
              <a:ext uri="{FF2B5EF4-FFF2-40B4-BE49-F238E27FC236}">
                <a16:creationId xmlns:a16="http://schemas.microsoft.com/office/drawing/2014/main" id="{249E245C-1F08-4CBC-B2CC-FB2973DA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代码、Skill、MCP 契约和比赛材料一体化开源</a:t>
            </a:r>
            <a:endParaRPr sz="1250"/>
          </a:p>
        </p:txBody>
      </p:sp>
      <p:sp>
        <p:nvSpPr>
          <p:cNvPr id="19" name="Shape 5">
            <a:extLst xmlns:a="http://schemas.openxmlformats.org/drawingml/2006/main">
              <a:ext uri="{FF2B5EF4-FFF2-40B4-BE49-F238E27FC236}">
                <a16:creationId xmlns:a16="http://schemas.microsoft.com/office/drawing/2014/main" id="{00418C91-1111-4F46-A018-5E78BB9E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6">
            <a:extLst xmlns:a="http://schemas.openxmlformats.org/drawingml/2006/main">
              <a:ext uri="{FF2B5EF4-FFF2-40B4-BE49-F238E27FC236}">
                <a16:creationId xmlns:a16="http://schemas.microsoft.com/office/drawing/2014/main" id="{91F4854A-794E-4B4F-AC58-76F3335A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3193976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7B4386-4156-497B-A6DA-32643310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BE9691F-A3CD-46F6-9836-443449BD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开源计划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9413057-5516-45EC-AF29-5418E05A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GitHub 开源，AGPL-3.0；提供本地演示、MCP HTTP、Docker Compose、AgentTeams 清单和复现命令。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0ce9584c84cfd">
            <a:extLst>
              <a:ext uri="{96DAC541-7B7A-43D3-8B79-37D633B846F1}">
                <asvg:svgBlip xmlns:asvg="http://schemas.microsoft.com/office/drawing/2016/SVG/main" r:embed="Rf43896b779b440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6750" y="2238375"/>
            <a:ext cx="10858500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06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96A2F1F-5C6A-4D59-9160-15217A1F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/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F678D32E-1413-4104-9C65-72161431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26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对应「当前进展」与整体可行性</a:t>
            </a:r>
            <a:endParaRPr sz="12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4635DDF6-95C7-49CE-931F-7F4BAEAB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9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落地计划与进展</a:t>
            </a:r>
            <a:endParaRPr sz="2900"/>
          </a:p>
        </p:txBody>
      </p:sp>
    </p:spTree>
    <p:extLst>
      <p:ext uri="{BB962C8B-B14F-4D97-AF65-F5344CB8AC3E}">
        <p14:creationId xmlns:p14="http://schemas.microsoft.com/office/powerpoint/2010/main" val="9865252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22018B-1595-46BA-8023-B16D3556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对应「当前进展」与整体可行性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7ECDA58-7A39-4217-AA9A-F861AEE7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落地计划与进展</a:t>
            </a:r>
            <a:endParaRPr sz="29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3D48CDF-518B-4C8E-BC06-030193FD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0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485733B-5FB3-4152-AF4E-AF735E18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57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已完成：六 Worker 适配、Skill、MCP、评估热力图和公开材料。下一步：Docker/AgentTeams 环境冒烟、录制完整 Demo、补充授权盲评。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6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1a258eb3b4abe">
            <a:extLst>
              <a:ext uri="{96DAC541-7B7A-43D3-8B79-37D633B846F1}">
                <asvg:svgBlip xmlns:asvg="http://schemas.microsoft.com/office/drawing/2016/SVG/main" r:embed="Rfa7c5affaae743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640" y="2328545"/>
            <a:ext cx="4911725" cy="2768600"/>
          </a:xfrm>
          <a:prstGeom xmlns:a="http://schemas.openxmlformats.org/drawingml/2006/main" prst="rect">
            <a:avLst/>
          </a:prstGeom>
        </p:spPr>
      </p:pic>
      <p:pic>
        <p:nvPicPr>
          <p:cNvPr id="47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5cb393c4043fa">
            <a:extLst>
              <a:ext uri="{96DAC541-7B7A-43D3-8B79-37D633B846F1}">
                <asvg:svgBlip xmlns:asvg="http://schemas.microsoft.com/office/drawing/2016/SVG/main" r:embed="Rda6d62df960f4ed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79210" y="2458720"/>
            <a:ext cx="5327015" cy="2482215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3f9d1bd3f4347">
            <a:extLst>
              <a:ext uri="{96DAC541-7B7A-43D3-8B79-37D633B846F1}">
                <asvg:svgBlip xmlns:asvg="http://schemas.microsoft.com/office/drawing/2016/SVG/main" r:embed="Rd85660fa8cde4d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6750" y="2095500"/>
            <a:ext cx="1085850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5332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B841077-77D0-4113-9FFA-D1434A1A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/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4EC64015-C50A-4183-A841-D9E2B454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26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第八章 · </a:t>
            </a:r>
            <a:endParaRPr sz="12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02CAE3A5-0943-4886-B43C-0D5BC137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9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团队介绍</a:t>
            </a:r>
            <a:endParaRPr sz="2900" b="1">
              <a:solidFill>
                <a:srgbClr val="1B1F3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9315214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7C6C6AB-5095-4F0D-8295-7F29C255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第八章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E638C8D-8111-4671-9982-DAEED586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团队介绍</a:t>
            </a:r>
            <a:endParaRPr sz="2900" b="1">
              <a:solidFill>
                <a:srgbClr val="1B1F3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508CD92-87D5-4345-B4E0-27C53895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13840"/>
            <a:ext cx="9534525" cy="5077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>
                <a:latin typeface="微软雅黑"/>
                <a:ea typeface="微软雅黑"/>
                <a:cs typeface="微软雅黑"/>
              </a:rPr>
              <a:t>参赛者：troywjz｜个人开发者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t/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>
                <a:latin typeface="微软雅黑"/>
                <a:ea typeface="微软雅黑"/>
                <a:cs typeface="微软雅黑"/>
              </a:rPr>
              <a:t>角色：项目负责人、AI 产品设计、全栈开发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lnSpc>
                <a:spcPct val="150000"/>
              </a:lnSpc>
              <a:buClrTx/>
              <a:buSzTx/>
              <a:buFont typeface="Arial"/>
              <a:buChar char="•"/>
            </a:pPr>
            <a:r>
              <a:rPr>
                <a:latin typeface="微软雅黑"/>
                <a:ea typeface="微软雅黑"/>
                <a:cs typeface="微软雅黑"/>
              </a:rPr>
              <a:t/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lnSpc>
                <a:spcPct val="150000"/>
              </a:lnSpc>
              <a:buClrTx/>
              <a:buSzTx/>
              <a:buFont typeface="Arial"/>
              <a:buChar char="•"/>
            </a:pPr>
            <a:r>
              <a:rPr>
                <a:latin typeface="微软雅黑"/>
                <a:ea typeface="微软雅黑"/>
                <a:cs typeface="微软雅黑"/>
              </a:rPr>
              <a:t>分工：需求拆解、销售 Agent 设计、LangGraph 适配、AgentTeams Worker、Skill、MCP、评估与开源交付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indent="0" algn="l">
              <a:lnSpc>
                <a:spcPct val="150000"/>
              </a:lnSpc>
              <a:buClrTx/>
              <a:buSzTx/>
              <a:buFont typeface="Arial"/>
              <a:buNone/>
            </a:pPr>
            <a:r>
              <a:t/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>
                <a:latin typeface="微软雅黑"/>
                <a:ea typeface="微软雅黑"/>
                <a:cs typeface="微软雅黑"/>
              </a:rPr>
              <a:t>作品：SalesAgentTeams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indent="-285750" algn="l">
              <a:lnSpc>
                <a:spcPct val="150000"/>
              </a:lnSpc>
              <a:buClrTx/>
              <a:buSzTx/>
              <a:buFont typeface="Arial"/>
              <a:buChar char="•"/>
            </a:pPr>
            <a:r>
              <a:rPr>
                <a:latin typeface="微软雅黑"/>
                <a:ea typeface="微软雅黑"/>
                <a:cs typeface="微软雅黑"/>
              </a:rPr>
              <a:t>GitHub：https://github.com/troywjz/SalesAgentTeams</a:t>
            </a:r>
            <a:endParaRPr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9870072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2026-08-10T09:30:38.1540000Z</dcterms:created>
  <dcterms:modified xsi:type="dcterms:W3CDTF">2026-08-10T09:30:38.1550000Z</dcterms:modified>
</coreProperties>
</file>